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Plenoptic 1.0 Refocus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summarizes a synthetic refocus simulation.</a:t>
            </a:r>
          </a:p>
          <a:p>
            <a:r>
              <a:t>• Angular resolution: 7x7 views</a:t>
            </a:r>
          </a:p>
          <a:p>
            <a:r>
              <a:t>• Refocus depths: -3, 0, +3</a:t>
            </a:r>
          </a:p>
          <a:p>
            <a:r>
              <a:t>• Based on synthetic Gaussian spot</a:t>
            </a:r>
          </a:p>
          <a:p>
            <a:r>
              <a:t>• Implements view shifting &amp; averaging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